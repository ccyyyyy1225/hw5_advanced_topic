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Deck — Original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sample PPT for Q3 redesign demo.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Point A: Background</a:t>
            </a:r>
          </a:p>
          <a:p>
            <a:pPr/>
            <a:r>
              <a:t>Point B: Typography</a:t>
            </a:r>
          </a:p>
          <a:p>
            <a:pPr/>
            <a:r>
              <a:t>Point C: Layout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— 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