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FF8C00"/>
                </a:solidFill>
                <a:latin typeface="Calibri"/>
              </a:rPr>
              <a:t>Sample Deck —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5F5F5"/>
                </a:solidFill>
                <a:latin typeface="Calibri"/>
              </a:rPr>
              <a:t>This is a sample PPT for Q3 redesign demo.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FF8C00"/>
                </a:solidFill>
                <a:latin typeface="Calibri"/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F5F5F5"/>
                </a:solidFill>
                <a:latin typeface="Calibri"/>
              </a:rPr>
              <a:t>Point A: Background</a:t>
            </a:r>
          </a:p>
          <a:p>
            <a:pPr/>
            <a:r>
              <a:rPr sz="2000">
                <a:solidFill>
                  <a:srgbClr val="F5F5F5"/>
                </a:solidFill>
                <a:latin typeface="Calibri"/>
              </a:rPr>
              <a:t>Point B: Typography</a:t>
            </a:r>
          </a:p>
          <a:p>
            <a:pPr/>
            <a:r>
              <a:rPr sz="2000">
                <a:solidFill>
                  <a:srgbClr val="F5F5F5"/>
                </a:solidFill>
                <a:latin typeface="Calibri"/>
              </a:rPr>
              <a:t>Point C: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FF8C00"/>
                </a:solidFill>
                <a:latin typeface="Calibri"/>
              </a:rPr>
              <a:t>Section —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